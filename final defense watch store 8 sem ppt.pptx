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2794654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1398711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75189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605DA5-0E61-420C-9EFE-0167A126B19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2938562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605DA5-0E61-420C-9EFE-0167A126B19C}"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2607097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605DA5-0E61-420C-9EFE-0167A126B19C}"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502703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605DA5-0E61-420C-9EFE-0167A126B19C}"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21756582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9605DA5-0E61-420C-9EFE-0167A126B19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671348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9605DA5-0E61-420C-9EFE-0167A126B19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181991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9605DA5-0E61-420C-9EFE-0167A126B19C}"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116485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27667106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1932640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9784372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2900981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5798276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41091181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605DA5-0E61-420C-9EFE-0167A126B19C}"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620175-F131-4E15-8842-A4E5D3175A9B}" type="slidenum">
              <a:rPr lang="en-US" smtClean="0"/>
              <a:t>‹#›</a:t>
            </a:fld>
            <a:endParaRPr lang="en-US"/>
          </a:p>
        </p:txBody>
      </p:sp>
    </p:spTree>
    <p:extLst>
      <p:ext uri="{BB962C8B-B14F-4D97-AF65-F5344CB8AC3E}">
        <p14:creationId xmlns:p14="http://schemas.microsoft.com/office/powerpoint/2010/main" val="2147158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9605DA5-0E61-420C-9EFE-0167A126B19C}" type="datetimeFigureOut">
              <a:rPr lang="en-US" smtClean="0"/>
              <a:t>6/28/2026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3620175-F131-4E15-8842-A4E5D3175A9B}" type="slidenum">
              <a:rPr lang="en-US" smtClean="0"/>
              <a:t>‹#›</a:t>
            </a:fld>
            <a:endParaRPr lang="en-US"/>
          </a:p>
        </p:txBody>
      </p:sp>
    </p:spTree>
    <p:extLst>
      <p:ext uri="{BB962C8B-B14F-4D97-AF65-F5344CB8AC3E}">
        <p14:creationId xmlns:p14="http://schemas.microsoft.com/office/powerpoint/2010/main" val="298542791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dirty="0"/>
              <a:t>Project Defense on</a:t>
            </a:r>
            <a:br>
              <a:rPr lang="en-US" dirty="0"/>
            </a:br>
            <a:r>
              <a:rPr lang="en-US" dirty="0"/>
              <a:t> </a:t>
            </a:r>
            <a:r>
              <a:rPr lang="en-US" dirty="0" err="1"/>
              <a:t>Luxx</a:t>
            </a:r>
            <a:r>
              <a:rPr lang="en-US" dirty="0"/>
              <a:t> Time: Online Watch Store</a:t>
            </a:r>
          </a:p>
        </p:txBody>
      </p:sp>
      <p:sp>
        <p:nvSpPr>
          <p:cNvPr id="3" name="Subtitle 2"/>
          <p:cNvSpPr>
            <a:spLocks noGrp="1"/>
          </p:cNvSpPr>
          <p:nvPr>
            <p:ph type="subTitle" idx="1"/>
          </p:nvPr>
        </p:nvSpPr>
        <p:spPr>
          <a:xfrm>
            <a:off x="2049268" y="4016279"/>
            <a:ext cx="6987645" cy="1388534"/>
          </a:xfrm>
        </p:spPr>
        <p:txBody>
          <a:bodyPr/>
          <a:lstStyle/>
          <a:p>
            <a:r>
              <a:rPr lang="en-US" b="1" dirty="0"/>
              <a:t>Presented by: </a:t>
            </a:r>
            <a:r>
              <a:rPr lang="en-US" b="1" dirty="0" err="1"/>
              <a:t>Tsewang</a:t>
            </a:r>
            <a:r>
              <a:rPr lang="en-US" b="1" dirty="0"/>
              <a:t> </a:t>
            </a:r>
            <a:r>
              <a:rPr lang="en-US" b="1"/>
              <a:t>Rabten</a:t>
            </a:r>
            <a:endParaRPr lang="en-US" b="1" dirty="0"/>
          </a:p>
        </p:txBody>
      </p:sp>
    </p:spTree>
    <p:extLst>
      <p:ext uri="{BB962C8B-B14F-4D97-AF65-F5344CB8AC3E}">
        <p14:creationId xmlns:p14="http://schemas.microsoft.com/office/powerpoint/2010/main" val="328600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1484311" y="2438399"/>
            <a:ext cx="10018713" cy="3124201"/>
          </a:xfrm>
        </p:spPr>
        <p:txBody>
          <a:bodyPr/>
          <a:lstStyle/>
          <a:p>
            <a:r>
              <a:rPr lang="en-US" dirty="0"/>
              <a:t>“</a:t>
            </a:r>
            <a:r>
              <a:rPr lang="en-US" dirty="0" err="1"/>
              <a:t>Luxx</a:t>
            </a:r>
            <a:r>
              <a:rPr lang="en-US" dirty="0"/>
              <a:t> Time” is an online platform designed to make shopping for watches easy and convenient. </a:t>
            </a:r>
          </a:p>
          <a:p>
            <a:r>
              <a:rPr lang="en-US" dirty="0"/>
              <a:t>It usually provides detailed product descriptions, high-quality images, and reviews from other customers. </a:t>
            </a:r>
          </a:p>
          <a:p>
            <a:r>
              <a:rPr lang="en-US" dirty="0"/>
              <a:t>It also makes purchasing a watch simple and secure. </a:t>
            </a:r>
          </a:p>
        </p:txBody>
      </p:sp>
    </p:spTree>
    <p:extLst>
      <p:ext uri="{BB962C8B-B14F-4D97-AF65-F5344CB8AC3E}">
        <p14:creationId xmlns:p14="http://schemas.microsoft.com/office/powerpoint/2010/main" val="833424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3" name="Content Placeholder 2"/>
          <p:cNvSpPr>
            <a:spLocks noGrp="1"/>
          </p:cNvSpPr>
          <p:nvPr>
            <p:ph idx="1"/>
          </p:nvPr>
        </p:nvSpPr>
        <p:spPr>
          <a:xfrm>
            <a:off x="1484311" y="1808017"/>
            <a:ext cx="10018713" cy="3124201"/>
          </a:xfrm>
        </p:spPr>
        <p:txBody>
          <a:bodyPr/>
          <a:lstStyle/>
          <a:p>
            <a:r>
              <a:rPr lang="en-US" dirty="0"/>
              <a:t>One of the biggest issues is the large variety of watches available, which can overwhelm customers and make it difficult for them to find the right watch. </a:t>
            </a:r>
          </a:p>
          <a:p>
            <a:r>
              <a:rPr lang="en-US" dirty="0"/>
              <a:t>Even with detailed descriptions and images, shoppers may still feel unsure about their purchase, increasing the risk of returns. </a:t>
            </a:r>
          </a:p>
        </p:txBody>
      </p:sp>
    </p:spTree>
    <p:extLst>
      <p:ext uri="{BB962C8B-B14F-4D97-AF65-F5344CB8AC3E}">
        <p14:creationId xmlns:p14="http://schemas.microsoft.com/office/powerpoint/2010/main" val="14916502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1650565" y="1239981"/>
            <a:ext cx="10018713" cy="3124201"/>
          </a:xfrm>
        </p:spPr>
        <p:txBody>
          <a:bodyPr/>
          <a:lstStyle/>
          <a:p>
            <a:r>
              <a:rPr lang="en-US" dirty="0"/>
              <a:t>To build a system that provide secure and convenient payment process.</a:t>
            </a:r>
          </a:p>
          <a:p>
            <a:r>
              <a:rPr lang="en-US" dirty="0"/>
              <a:t>To build a system that is user friendly for customer shopping on watches.</a:t>
            </a:r>
          </a:p>
          <a:p>
            <a:pPr marL="0" indent="0">
              <a:buNone/>
            </a:pPr>
            <a:endParaRPr lang="en-US" dirty="0"/>
          </a:p>
        </p:txBody>
      </p:sp>
    </p:spTree>
    <p:extLst>
      <p:ext uri="{BB962C8B-B14F-4D97-AF65-F5344CB8AC3E}">
        <p14:creationId xmlns:p14="http://schemas.microsoft.com/office/powerpoint/2010/main" val="122162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Methodology</a:t>
            </a:r>
          </a:p>
        </p:txBody>
      </p:sp>
      <p:sp>
        <p:nvSpPr>
          <p:cNvPr id="3" name="Content Placeholder 2"/>
          <p:cNvSpPr>
            <a:spLocks noGrp="1"/>
          </p:cNvSpPr>
          <p:nvPr>
            <p:ph idx="1"/>
          </p:nvPr>
        </p:nvSpPr>
        <p:spPr>
          <a:xfrm>
            <a:off x="1484311" y="2182090"/>
            <a:ext cx="10018713" cy="3941619"/>
          </a:xfrm>
        </p:spPr>
        <p:txBody>
          <a:bodyPr>
            <a:normAutofit/>
          </a:bodyPr>
          <a:lstStyle/>
          <a:p>
            <a:pPr algn="ctr"/>
            <a:r>
              <a:rPr lang="en-US" dirty="0"/>
              <a:t>Waterfall Model</a:t>
            </a:r>
          </a:p>
          <a:p>
            <a:pPr algn="just"/>
            <a:r>
              <a:rPr lang="en-US" dirty="0"/>
              <a:t>Aim of using this approach is we can focus on each part of the model during the development and come back to it if need be. The project can be easily be broken down into different parts based on this model.</a:t>
            </a:r>
          </a:p>
          <a:p>
            <a:r>
              <a:rPr lang="en-US" dirty="0"/>
              <a:t>This system is easy to manage because it easy to understand and user friendly so every common user can use it easily. </a:t>
            </a:r>
          </a:p>
          <a:p>
            <a:r>
              <a:rPr lang="en-US" dirty="0"/>
              <a:t>This system is smooth service and security to the customer</a:t>
            </a:r>
          </a:p>
        </p:txBody>
      </p:sp>
    </p:spTree>
    <p:extLst>
      <p:ext uri="{BB962C8B-B14F-4D97-AF65-F5344CB8AC3E}">
        <p14:creationId xmlns:p14="http://schemas.microsoft.com/office/powerpoint/2010/main" val="3295796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Diagram</a:t>
            </a:r>
          </a:p>
        </p:txBody>
      </p:sp>
      <p:pic>
        <p:nvPicPr>
          <p:cNvPr id="4" name="Content Placeholder 3" descr="C:\Users\Administrator\Downloads\usecase (2).drawio.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17598" y="2064326"/>
            <a:ext cx="6583602" cy="4419601"/>
          </a:xfrm>
          <a:prstGeom prst="rect">
            <a:avLst/>
          </a:prstGeom>
          <a:noFill/>
          <a:ln>
            <a:noFill/>
          </a:ln>
        </p:spPr>
      </p:pic>
    </p:spTree>
    <p:extLst>
      <p:ext uri="{BB962C8B-B14F-4D97-AF65-F5344CB8AC3E}">
        <p14:creationId xmlns:p14="http://schemas.microsoft.com/office/powerpoint/2010/main" val="1625295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9239" y="53036"/>
            <a:ext cx="2955059" cy="945572"/>
          </a:xfrm>
        </p:spPr>
        <p:txBody>
          <a:bodyPr>
            <a:normAutofit fontScale="90000"/>
          </a:bodyPr>
          <a:lstStyle/>
          <a:p>
            <a:pPr algn="l"/>
            <a:r>
              <a:rPr lang="en-US" dirty="0"/>
              <a:t>Class Diagram</a:t>
            </a: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608790" y="888852"/>
            <a:ext cx="2295958" cy="5677334"/>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5816404" y="998608"/>
            <a:ext cx="2380623" cy="4699290"/>
          </a:xfrm>
          <a:prstGeom prst="rect">
            <a:avLst/>
          </a:prstGeom>
        </p:spPr>
      </p:pic>
      <p:sp>
        <p:nvSpPr>
          <p:cNvPr id="7" name="Title 1"/>
          <p:cNvSpPr txBox="1">
            <a:spLocks/>
          </p:cNvSpPr>
          <p:nvPr/>
        </p:nvSpPr>
        <p:spPr>
          <a:xfrm>
            <a:off x="8702673" y="53036"/>
            <a:ext cx="2955059" cy="945572"/>
          </a:xfrm>
          <a:prstGeom prst="rect">
            <a:avLst/>
          </a:prstGeom>
          <a:effectLst/>
        </p:spPr>
        <p:txBody>
          <a:bodyPr vert="horz" lIns="91440" tIns="45720" rIns="91440" bIns="45720" rtlCol="0" anchor="ctr">
            <a:normAutofit fontScale="9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dirty="0"/>
              <a:t>State Diagram</a:t>
            </a:r>
          </a:p>
        </p:txBody>
      </p:sp>
      <p:sp>
        <p:nvSpPr>
          <p:cNvPr id="8" name="Title 1"/>
          <p:cNvSpPr txBox="1">
            <a:spLocks/>
          </p:cNvSpPr>
          <p:nvPr/>
        </p:nvSpPr>
        <p:spPr>
          <a:xfrm>
            <a:off x="5529187" y="53036"/>
            <a:ext cx="2955059" cy="945572"/>
          </a:xfrm>
          <a:prstGeom prst="rect">
            <a:avLst/>
          </a:prstGeom>
          <a:effectLst/>
        </p:spPr>
        <p:txBody>
          <a:bodyPr vert="horz" lIns="91440" tIns="45720" rIns="91440" bIns="45720" rtlCol="0" anchor="ctr">
            <a:normAutofit fontScale="82500" lnSpcReduction="1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dirty="0"/>
              <a:t>Object Diagram</a:t>
            </a:r>
          </a:p>
        </p:txBody>
      </p:sp>
      <p:pic>
        <p:nvPicPr>
          <p:cNvPr id="9" name="Content Placeholder 8"/>
          <p:cNvPicPr>
            <a:picLocks noGrp="1"/>
          </p:cNvPicPr>
          <p:nvPr>
            <p:ph idx="1"/>
          </p:nvPr>
        </p:nvPicPr>
        <p:blipFill>
          <a:blip r:embed="rId4">
            <a:extLst>
              <a:ext uri="{28A0092B-C50C-407E-A947-70E740481C1C}">
                <a14:useLocalDpi xmlns:a14="http://schemas.microsoft.com/office/drawing/2010/main" val="0"/>
              </a:ext>
            </a:extLst>
          </a:blip>
          <a:stretch>
            <a:fillRect/>
          </a:stretch>
        </p:blipFill>
        <p:spPr>
          <a:xfrm>
            <a:off x="9293204" y="1104898"/>
            <a:ext cx="2115147" cy="4741719"/>
          </a:xfrm>
          <a:prstGeom prst="rect">
            <a:avLst/>
          </a:prstGeom>
        </p:spPr>
      </p:pic>
    </p:spTree>
    <p:extLst>
      <p:ext uri="{BB962C8B-B14F-4D97-AF65-F5344CB8AC3E}">
        <p14:creationId xmlns:p14="http://schemas.microsoft.com/office/powerpoint/2010/main" val="3193961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08" y="94383"/>
            <a:ext cx="3877397" cy="935182"/>
          </a:xfrm>
        </p:spPr>
        <p:txBody>
          <a:bodyPr/>
          <a:lstStyle/>
          <a:p>
            <a:r>
              <a:rPr lang="en-US" dirty="0"/>
              <a:t>Activity Diagram</a:t>
            </a:r>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368042" y="918729"/>
            <a:ext cx="1795029" cy="5703744"/>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5621482" y="1029565"/>
            <a:ext cx="2774373" cy="5789901"/>
          </a:xfrm>
          <a:prstGeom prst="rect">
            <a:avLst/>
          </a:prstGeom>
        </p:spPr>
      </p:pic>
      <p:sp>
        <p:nvSpPr>
          <p:cNvPr id="8" name="Title 1"/>
          <p:cNvSpPr txBox="1">
            <a:spLocks/>
          </p:cNvSpPr>
          <p:nvPr/>
        </p:nvSpPr>
        <p:spPr>
          <a:xfrm>
            <a:off x="8395855" y="223402"/>
            <a:ext cx="3877397" cy="935182"/>
          </a:xfrm>
          <a:prstGeom prst="rect">
            <a:avLst/>
          </a:prstGeom>
          <a:effectLst/>
        </p:spPr>
        <p:txBody>
          <a:bodyPr vert="horz" lIns="91440" tIns="45720" rIns="91440" bIns="45720" rtlCol="0" anchor="ctr">
            <a:normAutofit fontScale="850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Deployment Diagram</a:t>
            </a:r>
          </a:p>
        </p:txBody>
      </p:sp>
      <p:pic>
        <p:nvPicPr>
          <p:cNvPr id="9" name="Picture 8"/>
          <p:cNvPicPr/>
          <p:nvPr/>
        </p:nvPicPr>
        <p:blipFill>
          <a:blip r:embed="rId4">
            <a:extLst>
              <a:ext uri="{28A0092B-C50C-407E-A947-70E740481C1C}">
                <a14:useLocalDpi xmlns:a14="http://schemas.microsoft.com/office/drawing/2010/main" val="0"/>
              </a:ext>
            </a:extLst>
          </a:blip>
          <a:stretch>
            <a:fillRect/>
          </a:stretch>
        </p:blipFill>
        <p:spPr>
          <a:xfrm>
            <a:off x="8959848" y="1158584"/>
            <a:ext cx="2802952" cy="4059381"/>
          </a:xfrm>
          <a:prstGeom prst="rect">
            <a:avLst/>
          </a:prstGeom>
        </p:spPr>
      </p:pic>
      <p:sp>
        <p:nvSpPr>
          <p:cNvPr id="10" name="Title 1"/>
          <p:cNvSpPr txBox="1">
            <a:spLocks/>
          </p:cNvSpPr>
          <p:nvPr/>
        </p:nvSpPr>
        <p:spPr>
          <a:xfrm>
            <a:off x="5082451" y="109967"/>
            <a:ext cx="3877397" cy="935182"/>
          </a:xfrm>
          <a:prstGeom prst="rect">
            <a:avLst/>
          </a:prstGeom>
          <a:effectLst/>
        </p:spPr>
        <p:txBody>
          <a:bodyPr vert="horz" lIns="91440" tIns="45720" rIns="91440" bIns="45720" rtlCol="0" anchor="ctr">
            <a:normAutofit fontScale="85000" lnSpcReduction="20000"/>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Component Diagram</a:t>
            </a:r>
          </a:p>
        </p:txBody>
      </p:sp>
    </p:spTree>
    <p:extLst>
      <p:ext uri="{BB962C8B-B14F-4D97-AF65-F5344CB8AC3E}">
        <p14:creationId xmlns:p14="http://schemas.microsoft.com/office/powerpoint/2010/main" val="2317850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86593"/>
            <a:ext cx="10018713" cy="1752599"/>
          </a:xfrm>
        </p:spPr>
        <p:txBody>
          <a:bodyPr/>
          <a:lstStyle/>
          <a:p>
            <a:r>
              <a:rPr lang="en-US" dirty="0"/>
              <a:t>Algorithm</a:t>
            </a:r>
          </a:p>
        </p:txBody>
      </p:sp>
      <p:sp>
        <p:nvSpPr>
          <p:cNvPr id="3" name="Content Placeholder 2"/>
          <p:cNvSpPr>
            <a:spLocks noGrp="1"/>
          </p:cNvSpPr>
          <p:nvPr>
            <p:ph idx="1"/>
          </p:nvPr>
        </p:nvSpPr>
        <p:spPr>
          <a:xfrm>
            <a:off x="1484311" y="1666006"/>
            <a:ext cx="10018713" cy="5081157"/>
          </a:xfrm>
        </p:spPr>
        <p:txBody>
          <a:bodyPr>
            <a:normAutofit/>
          </a:bodyPr>
          <a:lstStyle/>
          <a:p>
            <a:pPr algn="ctr"/>
            <a:r>
              <a:rPr lang="en-US" dirty="0"/>
              <a:t>Content Based Filtering</a:t>
            </a:r>
          </a:p>
          <a:p>
            <a:pPr algn="just"/>
            <a:r>
              <a:rPr lang="en-US" dirty="0"/>
              <a:t>Content-Based Filtering recommends products by analyzing the attributes of items that a user has shown interest in, such as their features, categories, or styles. If a user likes a certain type of product, the system recommends similar products based on the attributes of those items. </a:t>
            </a:r>
          </a:p>
          <a:p>
            <a:pPr algn="just"/>
            <a:r>
              <a:rPr lang="en-US" dirty="0"/>
              <a:t>This algorithm that suggests products to users based on the characteristics of items they've previously interacted with or shown interest in.</a:t>
            </a:r>
          </a:p>
          <a:p>
            <a:r>
              <a:rPr lang="en-US" b="1" dirty="0"/>
              <a:t>Item Profile Creation</a:t>
            </a:r>
          </a:p>
          <a:p>
            <a:r>
              <a:rPr lang="en-US" b="1" dirty="0"/>
              <a:t>User Profile Creation</a:t>
            </a:r>
          </a:p>
          <a:p>
            <a:endParaRPr lang="en-US" dirty="0"/>
          </a:p>
          <a:p>
            <a:endParaRPr lang="en-US" dirty="0"/>
          </a:p>
        </p:txBody>
      </p:sp>
    </p:spTree>
    <p:extLst>
      <p:ext uri="{BB962C8B-B14F-4D97-AF65-F5344CB8AC3E}">
        <p14:creationId xmlns:p14="http://schemas.microsoft.com/office/powerpoint/2010/main" val="1120227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a:xfrm>
            <a:off x="1484310" y="1562099"/>
            <a:ext cx="10018713" cy="3124201"/>
          </a:xfrm>
        </p:spPr>
        <p:txBody>
          <a:bodyPr/>
          <a:lstStyle/>
          <a:p>
            <a:pPr algn="just"/>
            <a:r>
              <a:rPr lang="en-US" dirty="0"/>
              <a:t>Luxx Time offers a convenient and efficient way for customers to browse, compare, and purchase a wide variety of watches from the comfort of their homes. With easy access to different brands, styles, and price ranges, shoppers can find the perfect watch to suit their needs and preferences.</a:t>
            </a:r>
          </a:p>
        </p:txBody>
      </p:sp>
    </p:spTree>
    <p:extLst>
      <p:ext uri="{BB962C8B-B14F-4D97-AF65-F5344CB8AC3E}">
        <p14:creationId xmlns:p14="http://schemas.microsoft.com/office/powerpoint/2010/main" val="318531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6279" y="1849580"/>
            <a:ext cx="8930747" cy="2110382"/>
          </a:xfrm>
        </p:spPr>
        <p:txBody>
          <a:bodyPr>
            <a:normAutofit/>
          </a:bodyPr>
          <a:lstStyle/>
          <a:p>
            <a:r>
              <a:rPr lang="en-US" sz="9600" b="1" dirty="0"/>
              <a:t>Thank You</a:t>
            </a:r>
          </a:p>
        </p:txBody>
      </p:sp>
    </p:spTree>
    <p:extLst>
      <p:ext uri="{BB962C8B-B14F-4D97-AF65-F5344CB8AC3E}">
        <p14:creationId xmlns:p14="http://schemas.microsoft.com/office/powerpoint/2010/main" val="99615383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112</TotalTime>
  <Words>377</Words>
  <Application>Microsoft Office PowerPoint</Application>
  <PresentationFormat>Widescreen</PresentationFormat>
  <Paragraphs>33</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Corbel</vt:lpstr>
      <vt:lpstr>Parallax</vt:lpstr>
      <vt:lpstr>Project Defense on  Luxx Time: Online Watch Store</vt:lpstr>
      <vt:lpstr>Introduction</vt:lpstr>
      <vt:lpstr>Problem Statement</vt:lpstr>
      <vt:lpstr>Objectives</vt:lpstr>
      <vt:lpstr>Development Methodology</vt:lpstr>
      <vt:lpstr>Use case Diagram</vt:lpstr>
      <vt:lpstr>Class Diagram</vt:lpstr>
      <vt:lpstr>Activity Diagram</vt:lpstr>
      <vt:lpstr>Algorithm</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Defense on  Luxx Time: Online Watch Store</dc:title>
  <dc:creator>Windows User</dc:creator>
  <cp:lastModifiedBy>tsewang rabten</cp:lastModifiedBy>
  <cp:revision>17</cp:revision>
  <dcterms:created xsi:type="dcterms:W3CDTF">2024-11-19T13:00:38Z</dcterms:created>
  <dcterms:modified xsi:type="dcterms:W3CDTF">2026-06-28T02:45:32Z</dcterms:modified>
</cp:coreProperties>
</file>